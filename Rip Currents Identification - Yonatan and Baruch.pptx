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6"/>
    <p:sldId id="260" r:id="rId7"/>
    <p:sldId id="263" r:id="rId8"/>
    <p:sldId id="262" r:id="rId9"/>
    <p:sldId id="266" r:id="rId10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E47F75-C7E7-4DF2-9CA2-FB397791EE57}" v="123" dt="2025-11-24T22:40:12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76723" autoAdjust="0"/>
  </p:normalViewPr>
  <p:slideViewPr>
    <p:cSldViewPr snapToGrid="0">
      <p:cViewPr varScale="1">
        <p:scale>
          <a:sx n="65" d="100"/>
          <a:sy n="65" d="100"/>
        </p:scale>
        <p:origin x="133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natan Ben Avraham" userId="494223afb8f27dc4" providerId="LiveId" clId="{12BD4D6A-BF59-41E7-B768-70FB36083008}"/>
    <pc:docChg chg="undo custSel addSld delSld modSld sldOrd">
      <pc:chgData name="Yonatan Ben Avraham" userId="494223afb8f27dc4" providerId="LiveId" clId="{12BD4D6A-BF59-41E7-B768-70FB36083008}" dt="2025-11-24T22:40:31.021" v="1891" actId="20577"/>
      <pc:docMkLst>
        <pc:docMk/>
      </pc:docMkLst>
      <pc:sldChg chg="addSp modSp new mod">
        <pc:chgData name="Yonatan Ben Avraham" userId="494223afb8f27dc4" providerId="LiveId" clId="{12BD4D6A-BF59-41E7-B768-70FB36083008}" dt="2025-11-24T15:23:19.482" v="1767" actId="403"/>
        <pc:sldMkLst>
          <pc:docMk/>
          <pc:sldMk cId="2010013276" sldId="256"/>
        </pc:sldMkLst>
        <pc:spChg chg="mod">
          <ac:chgData name="Yonatan Ben Avraham" userId="494223afb8f27dc4" providerId="LiveId" clId="{12BD4D6A-BF59-41E7-B768-70FB36083008}" dt="2025-11-23T09:37:23.184" v="48" actId="20577"/>
          <ac:spMkLst>
            <pc:docMk/>
            <pc:sldMk cId="2010013276" sldId="256"/>
            <ac:spMk id="2" creationId="{982B711F-2C5F-9998-6419-A266DAA4525C}"/>
          </ac:spMkLst>
        </pc:spChg>
        <pc:spChg chg="mod">
          <ac:chgData name="Yonatan Ben Avraham" userId="494223afb8f27dc4" providerId="LiveId" clId="{12BD4D6A-BF59-41E7-B768-70FB36083008}" dt="2025-11-24T15:23:19.482" v="1767" actId="403"/>
          <ac:spMkLst>
            <pc:docMk/>
            <pc:sldMk cId="2010013276" sldId="256"/>
            <ac:spMk id="3" creationId="{80791386-A23E-720B-16D1-D00CF5A07D99}"/>
          </ac:spMkLst>
        </pc:spChg>
        <pc:spChg chg="add">
          <ac:chgData name="Yonatan Ben Avraham" userId="494223afb8f27dc4" providerId="LiveId" clId="{12BD4D6A-BF59-41E7-B768-70FB36083008}" dt="2025-11-23T10:04:37.926" v="49"/>
          <ac:spMkLst>
            <pc:docMk/>
            <pc:sldMk cId="2010013276" sldId="256"/>
            <ac:spMk id="4" creationId="{DFFF8489-1C6F-844A-67B2-E633A2F42DAA}"/>
          </ac:spMkLst>
        </pc:spChg>
        <pc:spChg chg="add mod">
          <ac:chgData name="Yonatan Ben Avraham" userId="494223afb8f27dc4" providerId="LiveId" clId="{12BD4D6A-BF59-41E7-B768-70FB36083008}" dt="2025-11-23T10:04:58.826" v="52"/>
          <ac:spMkLst>
            <pc:docMk/>
            <pc:sldMk cId="2010013276" sldId="256"/>
            <ac:spMk id="5" creationId="{FF4EBC79-18B9-E1F0-5B79-C07D57FBB125}"/>
          </ac:spMkLst>
        </pc:spChg>
      </pc:sldChg>
      <pc:sldChg chg="addSp delSp modSp new mod">
        <pc:chgData name="Yonatan Ben Avraham" userId="494223afb8f27dc4" providerId="LiveId" clId="{12BD4D6A-BF59-41E7-B768-70FB36083008}" dt="2025-11-24T14:09:17.022" v="1462" actId="14100"/>
        <pc:sldMkLst>
          <pc:docMk/>
          <pc:sldMk cId="501381517" sldId="257"/>
        </pc:sldMkLst>
        <pc:spChg chg="mod">
          <ac:chgData name="Yonatan Ben Avraham" userId="494223afb8f27dc4" providerId="LiveId" clId="{12BD4D6A-BF59-41E7-B768-70FB36083008}" dt="2025-11-23T10:13:07.331" v="63" actId="20577"/>
          <ac:spMkLst>
            <pc:docMk/>
            <pc:sldMk cId="501381517" sldId="257"/>
            <ac:spMk id="2" creationId="{DC99EEAB-8D18-F115-035C-F25803455A2A}"/>
          </ac:spMkLst>
        </pc:spChg>
        <pc:spChg chg="del mod">
          <ac:chgData name="Yonatan Ben Avraham" userId="494223afb8f27dc4" providerId="LiveId" clId="{12BD4D6A-BF59-41E7-B768-70FB36083008}" dt="2025-11-23T10:13:11.949" v="65"/>
          <ac:spMkLst>
            <pc:docMk/>
            <pc:sldMk cId="501381517" sldId="257"/>
            <ac:spMk id="3" creationId="{79944E40-87B3-244F-F65F-96E0F2515FC8}"/>
          </ac:spMkLst>
        </pc:spChg>
        <pc:spChg chg="add mod">
          <ac:chgData name="Yonatan Ben Avraham" userId="494223afb8f27dc4" providerId="LiveId" clId="{12BD4D6A-BF59-41E7-B768-70FB36083008}" dt="2025-11-24T10:27:32.564" v="721" actId="404"/>
          <ac:spMkLst>
            <pc:docMk/>
            <pc:sldMk cId="501381517" sldId="257"/>
            <ac:spMk id="4" creationId="{91F6D07F-0C19-73FF-DE84-00F2899A9250}"/>
          </ac:spMkLst>
        </pc:spChg>
        <pc:picChg chg="add mod">
          <ac:chgData name="Yonatan Ben Avraham" userId="494223afb8f27dc4" providerId="LiveId" clId="{12BD4D6A-BF59-41E7-B768-70FB36083008}" dt="2025-11-24T14:09:17.022" v="1462" actId="14100"/>
          <ac:picMkLst>
            <pc:docMk/>
            <pc:sldMk cId="501381517" sldId="257"/>
            <ac:picMk id="6" creationId="{46F105B5-FEBC-4ABD-99D3-3586FFAACC77}"/>
          </ac:picMkLst>
        </pc:picChg>
        <pc:picChg chg="add mod">
          <ac:chgData name="Yonatan Ben Avraham" userId="494223afb8f27dc4" providerId="LiveId" clId="{12BD4D6A-BF59-41E7-B768-70FB36083008}" dt="2025-11-24T09:07:42.592" v="362" actId="1076"/>
          <ac:picMkLst>
            <pc:docMk/>
            <pc:sldMk cId="501381517" sldId="257"/>
            <ac:picMk id="8" creationId="{BC42A537-95AA-E8F4-4E99-876AB3A3C72F}"/>
          </ac:picMkLst>
        </pc:picChg>
        <pc:picChg chg="add mod">
          <ac:chgData name="Yonatan Ben Avraham" userId="494223afb8f27dc4" providerId="LiveId" clId="{12BD4D6A-BF59-41E7-B768-70FB36083008}" dt="2025-11-24T09:08:29.265" v="386" actId="1038"/>
          <ac:picMkLst>
            <pc:docMk/>
            <pc:sldMk cId="501381517" sldId="257"/>
            <ac:picMk id="10" creationId="{357C8AF6-DD55-1C5A-D7A3-44DD7E963A05}"/>
          </ac:picMkLst>
        </pc:picChg>
      </pc:sldChg>
      <pc:sldChg chg="modSp new mod modNotesTx">
        <pc:chgData name="Yonatan Ben Avraham" userId="494223afb8f27dc4" providerId="LiveId" clId="{12BD4D6A-BF59-41E7-B768-70FB36083008}" dt="2025-11-24T10:23:08.752" v="655" actId="20577"/>
        <pc:sldMkLst>
          <pc:docMk/>
          <pc:sldMk cId="2894465347" sldId="258"/>
        </pc:sldMkLst>
        <pc:spChg chg="mod">
          <ac:chgData name="Yonatan Ben Avraham" userId="494223afb8f27dc4" providerId="LiveId" clId="{12BD4D6A-BF59-41E7-B768-70FB36083008}" dt="2025-11-23T10:16:51.894" v="139" actId="20577"/>
          <ac:spMkLst>
            <pc:docMk/>
            <pc:sldMk cId="2894465347" sldId="258"/>
            <ac:spMk id="2" creationId="{62724218-C60F-4219-5497-83B6AF32089A}"/>
          </ac:spMkLst>
        </pc:spChg>
        <pc:spChg chg="mod">
          <ac:chgData name="Yonatan Ben Avraham" userId="494223afb8f27dc4" providerId="LiveId" clId="{12BD4D6A-BF59-41E7-B768-70FB36083008}" dt="2025-11-24T10:22:45.836" v="624" actId="113"/>
          <ac:spMkLst>
            <pc:docMk/>
            <pc:sldMk cId="2894465347" sldId="258"/>
            <ac:spMk id="3" creationId="{34FD80E2-F9C2-9080-0F0A-CCF9475FC839}"/>
          </ac:spMkLst>
        </pc:spChg>
      </pc:sldChg>
      <pc:sldChg chg="addSp delSp modSp new mod ord setBg modNotesTx">
        <pc:chgData name="Yonatan Ben Avraham" userId="494223afb8f27dc4" providerId="LiveId" clId="{12BD4D6A-BF59-41E7-B768-70FB36083008}" dt="2025-11-24T22:40:31.021" v="1891" actId="20577"/>
        <pc:sldMkLst>
          <pc:docMk/>
          <pc:sldMk cId="4240886194" sldId="259"/>
        </pc:sldMkLst>
        <pc:spChg chg="add del mod">
          <ac:chgData name="Yonatan Ben Avraham" userId="494223afb8f27dc4" providerId="LiveId" clId="{12BD4D6A-BF59-41E7-B768-70FB36083008}" dt="2025-11-24T15:21:24.495" v="1765" actId="478"/>
          <ac:spMkLst>
            <pc:docMk/>
            <pc:sldMk cId="4240886194" sldId="259"/>
            <ac:spMk id="2" creationId="{B5F02FA0-E705-75A7-41DD-B3FCD605B96B}"/>
          </ac:spMkLst>
        </pc:spChg>
        <pc:spChg chg="del mod">
          <ac:chgData name="Yonatan Ben Avraham" userId="494223afb8f27dc4" providerId="LiveId" clId="{12BD4D6A-BF59-41E7-B768-70FB36083008}" dt="2025-11-24T10:32:04.785" v="751"/>
          <ac:spMkLst>
            <pc:docMk/>
            <pc:sldMk cId="4240886194" sldId="259"/>
            <ac:spMk id="3" creationId="{566FDEF8-AD44-FDC3-DE3E-39E339D49805}"/>
          </ac:spMkLst>
        </pc:spChg>
        <pc:spChg chg="add mod">
          <ac:chgData name="Yonatan Ben Avraham" userId="494223afb8f27dc4" providerId="LiveId" clId="{12BD4D6A-BF59-41E7-B768-70FB36083008}" dt="2025-11-24T22:40:31.021" v="1891" actId="20577"/>
          <ac:spMkLst>
            <pc:docMk/>
            <pc:sldMk cId="4240886194" sldId="259"/>
            <ac:spMk id="4" creationId="{ADE0D9E0-B830-916E-3649-96ED6E4FEBB1}"/>
          </ac:spMkLst>
        </pc:spChg>
        <pc:spChg chg="add del mod">
          <ac:chgData name="Yonatan Ben Avraham" userId="494223afb8f27dc4" providerId="LiveId" clId="{12BD4D6A-BF59-41E7-B768-70FB36083008}" dt="2025-11-24T15:21:24.495" v="1765" actId="478"/>
          <ac:spMkLst>
            <pc:docMk/>
            <pc:sldMk cId="4240886194" sldId="259"/>
            <ac:spMk id="8" creationId="{DFED60D2-22BF-512A-2C95-C12F0A2D20F7}"/>
          </ac:spMkLst>
        </pc:spChg>
        <pc:spChg chg="add">
          <ac:chgData name="Yonatan Ben Avraham" userId="494223afb8f27dc4" providerId="LiveId" clId="{12BD4D6A-BF59-41E7-B768-70FB36083008}" dt="2025-11-24T12:29:10.840" v="1150" actId="26606"/>
          <ac:spMkLst>
            <pc:docMk/>
            <pc:sldMk cId="4240886194" sldId="259"/>
            <ac:spMk id="11" creationId="{45D37F4E-DDB4-456B-97E0-9937730A039F}"/>
          </ac:spMkLst>
        </pc:spChg>
        <pc:spChg chg="add">
          <ac:chgData name="Yonatan Ben Avraham" userId="494223afb8f27dc4" providerId="LiveId" clId="{12BD4D6A-BF59-41E7-B768-70FB36083008}" dt="2025-11-24T12:29:10.840" v="1150" actId="26606"/>
          <ac:spMkLst>
            <pc:docMk/>
            <pc:sldMk cId="4240886194" sldId="259"/>
            <ac:spMk id="13" creationId="{B2DD41CD-8F47-4F56-AD12-4E2FF7696987}"/>
          </ac:spMkLst>
        </pc:spChg>
        <pc:picChg chg="add del mod">
          <ac:chgData name="Yonatan Ben Avraham" userId="494223afb8f27dc4" providerId="LiveId" clId="{12BD4D6A-BF59-41E7-B768-70FB36083008}" dt="2025-11-24T22:40:08.246" v="1882" actId="478"/>
          <ac:picMkLst>
            <pc:docMk/>
            <pc:sldMk cId="4240886194" sldId="259"/>
            <ac:picMk id="6" creationId="{A89A2719-1EAA-3426-B013-9090B77CA223}"/>
          </ac:picMkLst>
        </pc:picChg>
      </pc:sldChg>
      <pc:sldChg chg="addSp delSp modSp new mod">
        <pc:chgData name="Yonatan Ben Avraham" userId="494223afb8f27dc4" providerId="LiveId" clId="{12BD4D6A-BF59-41E7-B768-70FB36083008}" dt="2025-11-24T15:01:07.733" v="1525" actId="1076"/>
        <pc:sldMkLst>
          <pc:docMk/>
          <pc:sldMk cId="2030526725" sldId="260"/>
        </pc:sldMkLst>
        <pc:spChg chg="mod">
          <ac:chgData name="Yonatan Ben Avraham" userId="494223afb8f27dc4" providerId="LiveId" clId="{12BD4D6A-BF59-41E7-B768-70FB36083008}" dt="2025-11-24T15:00:40.391" v="1517" actId="1076"/>
          <ac:spMkLst>
            <pc:docMk/>
            <pc:sldMk cId="2030526725" sldId="260"/>
            <ac:spMk id="2" creationId="{A7812ADB-22E6-3AF3-2BA6-AD161817B3BB}"/>
          </ac:spMkLst>
        </pc:spChg>
        <pc:spChg chg="del">
          <ac:chgData name="Yonatan Ben Avraham" userId="494223afb8f27dc4" providerId="LiveId" clId="{12BD4D6A-BF59-41E7-B768-70FB36083008}" dt="2025-11-24T14:53:27.381" v="1464"/>
          <ac:spMkLst>
            <pc:docMk/>
            <pc:sldMk cId="2030526725" sldId="260"/>
            <ac:spMk id="3" creationId="{F41DA2AE-7356-CCD1-D93D-3F2F6BE2BFA8}"/>
          </ac:spMkLst>
        </pc:spChg>
        <pc:spChg chg="add del mod">
          <ac:chgData name="Yonatan Ben Avraham" userId="494223afb8f27dc4" providerId="LiveId" clId="{12BD4D6A-BF59-41E7-B768-70FB36083008}" dt="2025-11-24T14:56:13.910" v="1471" actId="22"/>
          <ac:spMkLst>
            <pc:docMk/>
            <pc:sldMk cId="2030526725" sldId="260"/>
            <ac:spMk id="12" creationId="{A8CFAF66-F25E-A7B6-C40B-08D7795E5312}"/>
          </ac:spMkLst>
        </pc:spChg>
        <pc:spChg chg="add mod">
          <ac:chgData name="Yonatan Ben Avraham" userId="494223afb8f27dc4" providerId="LiveId" clId="{12BD4D6A-BF59-41E7-B768-70FB36083008}" dt="2025-11-24T15:01:07.733" v="1525" actId="1076"/>
          <ac:spMkLst>
            <pc:docMk/>
            <pc:sldMk cId="2030526725" sldId="260"/>
            <ac:spMk id="15" creationId="{717DD3C1-F942-AFEA-A8F0-613CAA4ED8DD}"/>
          </ac:spMkLst>
        </pc:spChg>
        <pc:picChg chg="add del mod">
          <ac:chgData name="Yonatan Ben Avraham" userId="494223afb8f27dc4" providerId="LiveId" clId="{12BD4D6A-BF59-41E7-B768-70FB36083008}" dt="2025-11-24T14:53:39.934" v="1470" actId="478"/>
          <ac:picMkLst>
            <pc:docMk/>
            <pc:sldMk cId="2030526725" sldId="260"/>
            <ac:picMk id="10" creationId="{A38D14B1-235E-E729-8ECF-53C82F1D4770}"/>
          </ac:picMkLst>
        </pc:picChg>
        <pc:picChg chg="add mod ord modCrop">
          <ac:chgData name="Yonatan Ben Avraham" userId="494223afb8f27dc4" providerId="LiveId" clId="{12BD4D6A-BF59-41E7-B768-70FB36083008}" dt="2025-11-24T15:00:42.321" v="1518" actId="1076"/>
          <ac:picMkLst>
            <pc:docMk/>
            <pc:sldMk cId="2030526725" sldId="260"/>
            <ac:picMk id="14" creationId="{7F90A385-3378-B680-2437-23F370F05754}"/>
          </ac:picMkLst>
        </pc:picChg>
      </pc:sldChg>
      <pc:sldChg chg="modSp new del mod">
        <pc:chgData name="Yonatan Ben Avraham" userId="494223afb8f27dc4" providerId="LiveId" clId="{12BD4D6A-BF59-41E7-B768-70FB36083008}" dt="2025-11-24T14:09:39.466" v="1463" actId="2696"/>
        <pc:sldMkLst>
          <pc:docMk/>
          <pc:sldMk cId="890769962" sldId="261"/>
        </pc:sldMkLst>
        <pc:spChg chg="mod">
          <ac:chgData name="Yonatan Ben Avraham" userId="494223afb8f27dc4" providerId="LiveId" clId="{12BD4D6A-BF59-41E7-B768-70FB36083008}" dt="2025-11-23T10:17:46.367" v="178" actId="20577"/>
          <ac:spMkLst>
            <pc:docMk/>
            <pc:sldMk cId="890769962" sldId="261"/>
            <ac:spMk id="2" creationId="{793E102B-537E-9F73-6E48-8306C6365952}"/>
          </ac:spMkLst>
        </pc:spChg>
      </pc:sldChg>
      <pc:sldChg chg="modSp new mod modNotesTx">
        <pc:chgData name="Yonatan Ben Avraham" userId="494223afb8f27dc4" providerId="LiveId" clId="{12BD4D6A-BF59-41E7-B768-70FB36083008}" dt="2025-11-24T20:18:08.764" v="1856" actId="20577"/>
        <pc:sldMkLst>
          <pc:docMk/>
          <pc:sldMk cId="2981657582" sldId="262"/>
        </pc:sldMkLst>
        <pc:spChg chg="mod">
          <ac:chgData name="Yonatan Ben Avraham" userId="494223afb8f27dc4" providerId="LiveId" clId="{12BD4D6A-BF59-41E7-B768-70FB36083008}" dt="2025-11-24T13:16:43.783" v="1256" actId="20577"/>
          <ac:spMkLst>
            <pc:docMk/>
            <pc:sldMk cId="2981657582" sldId="262"/>
            <ac:spMk id="2" creationId="{4437AF99-97EA-7E5E-3A5D-552A7EB4A221}"/>
          </ac:spMkLst>
        </pc:spChg>
        <pc:spChg chg="mod">
          <ac:chgData name="Yonatan Ben Avraham" userId="494223afb8f27dc4" providerId="LiveId" clId="{12BD4D6A-BF59-41E7-B768-70FB36083008}" dt="2025-11-24T20:18:08.764" v="1856" actId="20577"/>
          <ac:spMkLst>
            <pc:docMk/>
            <pc:sldMk cId="2981657582" sldId="262"/>
            <ac:spMk id="3" creationId="{58338988-9635-1824-F304-BBBF5B40A122}"/>
          </ac:spMkLst>
        </pc:spChg>
      </pc:sldChg>
      <pc:sldChg chg="modSp new mod modShow modNotesTx">
        <pc:chgData name="Yonatan Ben Avraham" userId="494223afb8f27dc4" providerId="LiveId" clId="{12BD4D6A-BF59-41E7-B768-70FB36083008}" dt="2025-11-24T20:23:59.205" v="1859" actId="729"/>
        <pc:sldMkLst>
          <pc:docMk/>
          <pc:sldMk cId="1398806176" sldId="263"/>
        </pc:sldMkLst>
        <pc:spChg chg="mod">
          <ac:chgData name="Yonatan Ben Avraham" userId="494223afb8f27dc4" providerId="LiveId" clId="{12BD4D6A-BF59-41E7-B768-70FB36083008}" dt="2025-11-24T15:09:14.700" v="1576" actId="1076"/>
          <ac:spMkLst>
            <pc:docMk/>
            <pc:sldMk cId="1398806176" sldId="263"/>
            <ac:spMk id="2" creationId="{AE9AA5F4-FA7C-FE2E-C534-4A49020B5C97}"/>
          </ac:spMkLst>
        </pc:spChg>
        <pc:spChg chg="mod">
          <ac:chgData name="Yonatan Ben Avraham" userId="494223afb8f27dc4" providerId="LiveId" clId="{12BD4D6A-BF59-41E7-B768-70FB36083008}" dt="2025-11-24T15:14:12.577" v="1629" actId="20577"/>
          <ac:spMkLst>
            <pc:docMk/>
            <pc:sldMk cId="1398806176" sldId="263"/>
            <ac:spMk id="3" creationId="{8E50877F-6C66-1B71-BBE2-FBEF6FDEB381}"/>
          </ac:spMkLst>
        </pc:spChg>
      </pc:sldChg>
      <pc:sldChg chg="addSp delSp modSp new del mod setBg">
        <pc:chgData name="Yonatan Ben Avraham" userId="494223afb8f27dc4" providerId="LiveId" clId="{12BD4D6A-BF59-41E7-B768-70FB36083008}" dt="2025-11-24T13:01:12.866" v="1246" actId="2696"/>
        <pc:sldMkLst>
          <pc:docMk/>
          <pc:sldMk cId="1387297112" sldId="264"/>
        </pc:sldMkLst>
        <pc:spChg chg="del">
          <ac:chgData name="Yonatan Ben Avraham" userId="494223afb8f27dc4" providerId="LiveId" clId="{12BD4D6A-BF59-41E7-B768-70FB36083008}" dt="2025-11-24T12:48:59.601" v="1171" actId="478"/>
          <ac:spMkLst>
            <pc:docMk/>
            <pc:sldMk cId="1387297112" sldId="264"/>
            <ac:spMk id="2" creationId="{172E320F-34CC-0EB4-12F7-FAC67FAB0718}"/>
          </ac:spMkLst>
        </pc:spChg>
        <pc:spChg chg="del">
          <ac:chgData name="Yonatan Ben Avraham" userId="494223afb8f27dc4" providerId="LiveId" clId="{12BD4D6A-BF59-41E7-B768-70FB36083008}" dt="2025-11-24T12:44:34.302" v="1155" actId="22"/>
          <ac:spMkLst>
            <pc:docMk/>
            <pc:sldMk cId="1387297112" sldId="264"/>
            <ac:spMk id="3" creationId="{508E06D8-15CC-28A5-99A4-9440D73A5A68}"/>
          </ac:spMkLst>
        </pc:spChg>
        <pc:spChg chg="add del mod">
          <ac:chgData name="Yonatan Ben Avraham" userId="494223afb8f27dc4" providerId="LiveId" clId="{12BD4D6A-BF59-41E7-B768-70FB36083008}" dt="2025-11-24T13:00:45.398" v="1240" actId="478"/>
          <ac:spMkLst>
            <pc:docMk/>
            <pc:sldMk cId="1387297112" sldId="264"/>
            <ac:spMk id="10" creationId="{4D19F0AF-4C4E-DDA3-E422-50E468A10AF2}"/>
          </ac:spMkLst>
        </pc:spChg>
        <pc:spChg chg="add del">
          <ac:chgData name="Yonatan Ben Avraham" userId="494223afb8f27dc4" providerId="LiveId" clId="{12BD4D6A-BF59-41E7-B768-70FB36083008}" dt="2025-11-24T12:56:30.693" v="1184" actId="1032"/>
          <ac:spMkLst>
            <pc:docMk/>
            <pc:sldMk cId="1387297112" sldId="264"/>
            <ac:spMk id="11" creationId="{D685C8E9-BE6C-5765-7A10-8A1F7CF345AC}"/>
          </ac:spMkLst>
        </pc:spChg>
        <pc:spChg chg="add">
          <ac:chgData name="Yonatan Ben Avraham" userId="494223afb8f27dc4" providerId="LiveId" clId="{12BD4D6A-BF59-41E7-B768-70FB36083008}" dt="2025-11-24T12:54:38.023" v="1183" actId="26606"/>
          <ac:spMkLst>
            <pc:docMk/>
            <pc:sldMk cId="1387297112" sldId="264"/>
            <ac:spMk id="14" creationId="{9D25F302-27C5-414F-97F8-6EA0A6C028BA}"/>
          </ac:spMkLst>
        </pc:spChg>
        <pc:spChg chg="add">
          <ac:chgData name="Yonatan Ben Avraham" userId="494223afb8f27dc4" providerId="LiveId" clId="{12BD4D6A-BF59-41E7-B768-70FB36083008}" dt="2025-11-24T12:54:38.023" v="1183" actId="26606"/>
          <ac:spMkLst>
            <pc:docMk/>
            <pc:sldMk cId="1387297112" sldId="264"/>
            <ac:spMk id="16" creationId="{830A36F8-48C2-4842-A87B-8CE8DF4E7FD2}"/>
          </ac:spMkLst>
        </pc:spChg>
        <pc:spChg chg="add">
          <ac:chgData name="Yonatan Ben Avraham" userId="494223afb8f27dc4" providerId="LiveId" clId="{12BD4D6A-BF59-41E7-B768-70FB36083008}" dt="2025-11-24T12:54:38.023" v="1183" actId="26606"/>
          <ac:spMkLst>
            <pc:docMk/>
            <pc:sldMk cId="1387297112" sldId="264"/>
            <ac:spMk id="18" creationId="{7F488E8B-4E1E-4402-8935-D4E6C02615C7}"/>
          </ac:spMkLst>
        </pc:spChg>
        <pc:graphicFrameChg chg="add del mod modGraphic">
          <ac:chgData name="Yonatan Ben Avraham" userId="494223afb8f27dc4" providerId="LiveId" clId="{12BD4D6A-BF59-41E7-B768-70FB36083008}" dt="2025-11-24T13:00:43.325" v="1239" actId="478"/>
          <ac:graphicFrameMkLst>
            <pc:docMk/>
            <pc:sldMk cId="1387297112" sldId="264"/>
            <ac:graphicFrameMk id="8" creationId="{22AD8FC9-180F-EABA-DD19-6A57F5D61801}"/>
          </ac:graphicFrameMkLst>
        </pc:graphicFrameChg>
        <pc:picChg chg="add del mod ord modCrop">
          <ac:chgData name="Yonatan Ben Avraham" userId="494223afb8f27dc4" providerId="LiveId" clId="{12BD4D6A-BF59-41E7-B768-70FB36083008}" dt="2025-11-24T13:00:47.935" v="1241" actId="478"/>
          <ac:picMkLst>
            <pc:docMk/>
            <pc:sldMk cId="1387297112" sldId="264"/>
            <ac:picMk id="5" creationId="{FAC4E6E6-3160-CFB0-5AC7-02A681914A19}"/>
          </ac:picMkLst>
        </pc:picChg>
        <pc:picChg chg="add del mod modCrop">
          <ac:chgData name="Yonatan Ben Avraham" userId="494223afb8f27dc4" providerId="LiveId" clId="{12BD4D6A-BF59-41E7-B768-70FB36083008}" dt="2025-11-24T13:01:06.853" v="1244" actId="21"/>
          <ac:picMkLst>
            <pc:docMk/>
            <pc:sldMk cId="1387297112" sldId="264"/>
            <ac:picMk id="7" creationId="{7837DD80-E33F-1B00-90B7-C8F53D1A0FDB}"/>
          </ac:picMkLst>
        </pc:picChg>
      </pc:sldChg>
      <pc:sldChg chg="addSp delSp modSp new mod ord">
        <pc:chgData name="Yonatan Ben Avraham" userId="494223afb8f27dc4" providerId="LiveId" clId="{12BD4D6A-BF59-41E7-B768-70FB36083008}" dt="2025-11-24T22:24:22.502" v="1881"/>
        <pc:sldMkLst>
          <pc:docMk/>
          <pc:sldMk cId="3787258234" sldId="265"/>
        </pc:sldMkLst>
        <pc:spChg chg="del">
          <ac:chgData name="Yonatan Ben Avraham" userId="494223afb8f27dc4" providerId="LiveId" clId="{12BD4D6A-BF59-41E7-B768-70FB36083008}" dt="2025-11-24T13:52:59.157" v="1396" actId="478"/>
          <ac:spMkLst>
            <pc:docMk/>
            <pc:sldMk cId="3787258234" sldId="265"/>
            <ac:spMk id="2" creationId="{9414666B-A172-10F9-4259-0384F61A5382}"/>
          </ac:spMkLst>
        </pc:spChg>
        <pc:spChg chg="add del">
          <ac:chgData name="Yonatan Ben Avraham" userId="494223afb8f27dc4" providerId="LiveId" clId="{12BD4D6A-BF59-41E7-B768-70FB36083008}" dt="2025-11-24T13:52:55.792" v="1395" actId="478"/>
          <ac:spMkLst>
            <pc:docMk/>
            <pc:sldMk cId="3787258234" sldId="265"/>
            <ac:spMk id="3" creationId="{716F056F-0C77-FAEB-BA5E-56F8AF3BAC91}"/>
          </ac:spMkLst>
        </pc:spChg>
        <pc:spChg chg="add mod">
          <ac:chgData name="Yonatan Ben Avraham" userId="494223afb8f27dc4" providerId="LiveId" clId="{12BD4D6A-BF59-41E7-B768-70FB36083008}" dt="2025-11-24T13:54:52.722" v="1459" actId="14100"/>
          <ac:spMkLst>
            <pc:docMk/>
            <pc:sldMk cId="3787258234" sldId="265"/>
            <ac:spMk id="4" creationId="{84C2B967-D487-90BE-345F-197B45F40704}"/>
          </ac:spMkLst>
        </pc:spChg>
        <pc:spChg chg="add mod">
          <ac:chgData name="Yonatan Ben Avraham" userId="494223afb8f27dc4" providerId="LiveId" clId="{12BD4D6A-BF59-41E7-B768-70FB36083008}" dt="2025-11-24T13:54:41.745" v="1458" actId="1037"/>
          <ac:spMkLst>
            <pc:docMk/>
            <pc:sldMk cId="3787258234" sldId="265"/>
            <ac:spMk id="5" creationId="{2FF54027-A830-41A3-72B5-3F74132F0B67}"/>
          </ac:spMkLst>
        </pc:spChg>
        <pc:spChg chg="add mod">
          <ac:chgData name="Yonatan Ben Avraham" userId="494223afb8f27dc4" providerId="LiveId" clId="{12BD4D6A-BF59-41E7-B768-70FB36083008}" dt="2025-11-24T20:24:08.333" v="1861" actId="20577"/>
          <ac:spMkLst>
            <pc:docMk/>
            <pc:sldMk cId="3787258234" sldId="265"/>
            <ac:spMk id="6" creationId="{F148E5EE-6731-10B9-1635-30768C19FA09}"/>
          </ac:spMkLst>
        </pc:spChg>
        <pc:spChg chg="add mod">
          <ac:chgData name="Yonatan Ben Avraham" userId="494223afb8f27dc4" providerId="LiveId" clId="{12BD4D6A-BF59-41E7-B768-70FB36083008}" dt="2025-11-24T20:24:12.363" v="1863" actId="20577"/>
          <ac:spMkLst>
            <pc:docMk/>
            <pc:sldMk cId="3787258234" sldId="265"/>
            <ac:spMk id="8" creationId="{1D0D4D43-A855-F2B3-8E53-F849B2693D38}"/>
          </ac:spMkLst>
        </pc:spChg>
        <pc:spChg chg="add mod">
          <ac:chgData name="Yonatan Ben Avraham" userId="494223afb8f27dc4" providerId="LiveId" clId="{12BD4D6A-BF59-41E7-B768-70FB36083008}" dt="2025-11-24T13:48:50.928" v="1351"/>
          <ac:spMkLst>
            <pc:docMk/>
            <pc:sldMk cId="3787258234" sldId="265"/>
            <ac:spMk id="9" creationId="{FC87557F-43E2-7A7A-A9DD-05004C753792}"/>
          </ac:spMkLst>
        </pc:spChg>
        <pc:spChg chg="add mod">
          <ac:chgData name="Yonatan Ben Avraham" userId="494223afb8f27dc4" providerId="LiveId" clId="{12BD4D6A-BF59-41E7-B768-70FB36083008}" dt="2025-11-24T13:54:32.271" v="1455" actId="1076"/>
          <ac:spMkLst>
            <pc:docMk/>
            <pc:sldMk cId="3787258234" sldId="265"/>
            <ac:spMk id="10" creationId="{0D5DA7BD-E38A-5F84-48B3-912E88143C27}"/>
          </ac:spMkLst>
        </pc:spChg>
        <pc:picChg chg="add mod modCrop">
          <ac:chgData name="Yonatan Ben Avraham" userId="494223afb8f27dc4" providerId="LiveId" clId="{12BD4D6A-BF59-41E7-B768-70FB36083008}" dt="2025-11-24T13:53:17.045" v="1400" actId="14100"/>
          <ac:picMkLst>
            <pc:docMk/>
            <pc:sldMk cId="3787258234" sldId="265"/>
            <ac:picMk id="7" creationId="{7837DD80-E33F-1B00-90B7-C8F53D1A0FDB}"/>
          </ac:picMkLst>
        </pc:picChg>
      </pc:sldChg>
      <pc:sldChg chg="modSp new mod">
        <pc:chgData name="Yonatan Ben Avraham" userId="494223afb8f27dc4" providerId="LiveId" clId="{12BD4D6A-BF59-41E7-B768-70FB36083008}" dt="2025-11-24T20:13:19.851" v="1850" actId="20577"/>
        <pc:sldMkLst>
          <pc:docMk/>
          <pc:sldMk cId="2273761812" sldId="266"/>
        </pc:sldMkLst>
        <pc:spChg chg="mod">
          <ac:chgData name="Yonatan Ben Avraham" userId="494223afb8f27dc4" providerId="LiveId" clId="{12BD4D6A-BF59-41E7-B768-70FB36083008}" dt="2025-11-24T13:17:27.721" v="1281" actId="20577"/>
          <ac:spMkLst>
            <pc:docMk/>
            <pc:sldMk cId="2273761812" sldId="266"/>
            <ac:spMk id="2" creationId="{C1A11A42-4D06-51B0-5A38-0B9688ECD5FE}"/>
          </ac:spMkLst>
        </pc:spChg>
        <pc:spChg chg="mod">
          <ac:chgData name="Yonatan Ben Avraham" userId="494223afb8f27dc4" providerId="LiveId" clId="{12BD4D6A-BF59-41E7-B768-70FB36083008}" dt="2025-11-24T20:13:19.851" v="1850" actId="20577"/>
          <ac:spMkLst>
            <pc:docMk/>
            <pc:sldMk cId="2273761812" sldId="266"/>
            <ac:spMk id="3" creationId="{7C716628-E3CC-CCB6-7DED-A60D2539E4F5}"/>
          </ac:spMkLst>
        </pc:spChg>
      </pc:sldChg>
      <pc:sldChg chg="modSp new del mod">
        <pc:chgData name="Yonatan Ben Avraham" userId="494223afb8f27dc4" providerId="LiveId" clId="{12BD4D6A-BF59-41E7-B768-70FB36083008}" dt="2025-11-24T15:01:20.381" v="1526" actId="2696"/>
        <pc:sldMkLst>
          <pc:docMk/>
          <pc:sldMk cId="4149174834" sldId="267"/>
        </pc:sldMkLst>
        <pc:spChg chg="mod">
          <ac:chgData name="Yonatan Ben Avraham" userId="494223afb8f27dc4" providerId="LiveId" clId="{12BD4D6A-BF59-41E7-B768-70FB36083008}" dt="2025-11-24T14:57:04.675" v="1483" actId="782"/>
          <ac:spMkLst>
            <pc:docMk/>
            <pc:sldMk cId="4149174834" sldId="267"/>
            <ac:spMk id="2" creationId="{991F2D0C-29AB-4A05-F8B5-CB2728B0F0A2}"/>
          </ac:spMkLst>
        </pc:spChg>
        <pc:spChg chg="mod">
          <ac:chgData name="Yonatan Ben Avraham" userId="494223afb8f27dc4" providerId="LiveId" clId="{12BD4D6A-BF59-41E7-B768-70FB36083008}" dt="2025-11-24T15:00:27.920" v="1515" actId="20577"/>
          <ac:spMkLst>
            <pc:docMk/>
            <pc:sldMk cId="4149174834" sldId="267"/>
            <ac:spMk id="3" creationId="{E637A914-8D84-B2ED-4AF6-5F9045537FA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1500D986-5DFE-44CD-BE71-3C27F5373687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0FB3DDBD-F47C-4CFB-A023-EB851BC93FA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35729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jitter -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3DDBD-F47C-4CFB-A023-EB851BC93FAD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216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he-IL" dirty="0"/>
              <a:t>להראות תמונת דוגמא לכל מפה.</a:t>
            </a:r>
          </a:p>
          <a:p>
            <a:pPr marL="228600" indent="-228600">
              <a:buAutoNum type="arabicPeriod"/>
            </a:pPr>
            <a:r>
              <a:rPr lang="he-IL" dirty="0"/>
              <a:t>מה זה </a:t>
            </a:r>
            <a:r>
              <a:rPr lang="en-US" dirty="0"/>
              <a:t>DWT</a:t>
            </a:r>
            <a:r>
              <a:rPr lang="he-IL" dirty="0"/>
              <a:t>.</a:t>
            </a:r>
          </a:p>
          <a:p>
            <a:pPr marL="228600" indent="-228600">
              <a:buAutoNum type="arabicPeriod"/>
            </a:pPr>
            <a:r>
              <a:rPr lang="he-IL" dirty="0"/>
              <a:t>מה אומרת כל מפה.</a:t>
            </a:r>
          </a:p>
          <a:p>
            <a:pPr marL="228600" indent="-228600">
              <a:buAutoNum type="arabicPeriod"/>
            </a:pPr>
            <a:r>
              <a:rPr lang="he-IL" dirty="0"/>
              <a:t>אולי להוסיף נוסחה.</a:t>
            </a:r>
          </a:p>
          <a:p>
            <a:pPr marL="228600" indent="-228600">
              <a:buAutoNum type="arabicPeriod"/>
            </a:pPr>
            <a:endParaRPr lang="he-IL" dirty="0"/>
          </a:p>
          <a:p>
            <a:r>
              <a:rPr lang="he-IL" dirty="0"/>
              <a:t>1. </a:t>
            </a:r>
            <a:r>
              <a:rPr lang="en-US" dirty="0"/>
              <a:t>LL</a:t>
            </a:r>
            <a:r>
              <a:rPr lang="he-IL" dirty="0"/>
              <a:t> - מבנים גדולים: רצועות גל, אזורי ים/חול. נחשב ל-“מבנה הכללי” של התמונה</a:t>
            </a:r>
          </a:p>
          <a:p>
            <a:pPr marL="0" indent="0">
              <a:buNone/>
            </a:pPr>
            <a:r>
              <a:rPr lang="he-IL" dirty="0"/>
              <a:t>2. </a:t>
            </a:r>
            <a:r>
              <a:rPr lang="en-US" dirty="0"/>
              <a:t>LH</a:t>
            </a:r>
            <a:r>
              <a:rPr lang="he-IL" dirty="0"/>
              <a:t> - מדגיש מקומות שבהם יש שינוי חזק לאורך הציר </a:t>
            </a:r>
            <a:r>
              <a:rPr lang="he-IL" b="1" dirty="0"/>
              <a:t>האנכי</a:t>
            </a:r>
            <a:r>
              <a:rPr lang="he-IL" dirty="0"/>
              <a:t>. קצוות </a:t>
            </a:r>
            <a:r>
              <a:rPr lang="he-IL" b="0" dirty="0"/>
              <a:t>אופקיים</a:t>
            </a:r>
            <a:r>
              <a:rPr lang="he-IL" dirty="0"/>
              <a:t>.</a:t>
            </a:r>
          </a:p>
          <a:p>
            <a:pPr marL="0" indent="0">
              <a:buNone/>
            </a:pPr>
            <a:r>
              <a:rPr lang="he-IL" dirty="0"/>
              <a:t>3. </a:t>
            </a:r>
            <a:r>
              <a:rPr lang="en-US" dirty="0"/>
              <a:t>HL</a:t>
            </a:r>
            <a:r>
              <a:rPr lang="he-IL" dirty="0"/>
              <a:t> - מדגיש קצוות </a:t>
            </a:r>
            <a:r>
              <a:rPr lang="he-IL" b="0" dirty="0"/>
              <a:t>אנכיים. מקומות שיש בהם שינוי חד לאורך הציר </a:t>
            </a:r>
            <a:r>
              <a:rPr lang="he-IL" b="1" dirty="0"/>
              <a:t>האופקי</a:t>
            </a:r>
            <a:r>
              <a:rPr lang="he-IL" b="0" dirty="0"/>
              <a:t>.</a:t>
            </a:r>
          </a:p>
          <a:p>
            <a:pPr marL="0" indent="0">
              <a:buNone/>
            </a:pPr>
            <a:r>
              <a:rPr lang="he-IL" b="0" dirty="0"/>
              <a:t>4. </a:t>
            </a:r>
            <a:r>
              <a:rPr lang="en-US" b="0" dirty="0"/>
              <a:t>HH</a:t>
            </a:r>
            <a:r>
              <a:rPr lang="he-IL" b="0" dirty="0"/>
              <a:t> - </a:t>
            </a:r>
            <a:r>
              <a:rPr lang="he-IL" dirty="0"/>
              <a:t>קצוות </a:t>
            </a:r>
            <a:r>
              <a:rPr lang="he-IL" b="1" dirty="0"/>
              <a:t>אלכסוניים. </a:t>
            </a:r>
            <a:r>
              <a:rPr lang="he-IL" dirty="0"/>
              <a:t>רעש ברוב המקרים, אך גם טקסטורות עדינות.</a:t>
            </a:r>
          </a:p>
          <a:p>
            <a:pPr marL="0" indent="0">
              <a:buNone/>
            </a:pPr>
            <a:endParaRPr lang="he-IL" b="0" dirty="0"/>
          </a:p>
          <a:p>
            <a:r>
              <a:rPr lang="he-IL" b="1" dirty="0"/>
              <a:t>כך ה־4 מפות ביחד נותנות:</a:t>
            </a:r>
          </a:p>
          <a:p>
            <a:r>
              <a:rPr lang="he-IL" dirty="0"/>
              <a:t>מבנה כללי </a:t>
            </a:r>
            <a:r>
              <a:rPr lang="en-US" dirty="0"/>
              <a:t>LL)</a:t>
            </a:r>
            <a:r>
              <a:rPr lang="he-IL" dirty="0"/>
              <a:t>)</a:t>
            </a:r>
            <a:endParaRPr lang="en-US" dirty="0"/>
          </a:p>
          <a:p>
            <a:r>
              <a:rPr lang="he-IL" dirty="0"/>
              <a:t>פרטים כיווניים (</a:t>
            </a:r>
            <a:r>
              <a:rPr lang="en-US" dirty="0"/>
              <a:t>LH, HL, HH</a:t>
            </a:r>
            <a:r>
              <a:rPr lang="he-IL" dirty="0"/>
              <a:t>)</a:t>
            </a:r>
            <a:endParaRPr lang="en-US" dirty="0"/>
          </a:p>
          <a:p>
            <a:r>
              <a:rPr lang="he-IL" dirty="0"/>
              <a:t>וזה בדיוק מה שצריכים כדי לזהות תעלות </a:t>
            </a:r>
            <a:r>
              <a:rPr lang="he-IL" dirty="0" err="1"/>
              <a:t>ריפ</a:t>
            </a:r>
            <a:r>
              <a:rPr lang="he-IL" dirty="0"/>
              <a:t>.</a:t>
            </a:r>
          </a:p>
          <a:p>
            <a:pPr marL="0" indent="0">
              <a:buNone/>
            </a:pPr>
            <a:r>
              <a:rPr lang="he-IL" b="0" dirty="0"/>
              <a:t>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3DDBD-F47C-4CFB-A023-EB851BC93FAD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8343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3DDBD-F47C-4CFB-A023-EB851BC93FAD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0564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3DDBD-F47C-4CFB-A023-EB851BC93FAD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27379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אחרי שאנחנו מאחדים את הפיצ'רים שהגיעו מה-</a:t>
            </a:r>
            <a:r>
              <a:rPr lang="en-US" dirty="0"/>
              <a:t> RGB </a:t>
            </a:r>
            <a:r>
              <a:rPr lang="he-IL" dirty="0" err="1"/>
              <a:t>ומהוייבלט</a:t>
            </a:r>
            <a:r>
              <a:rPr lang="he-IL" dirty="0"/>
              <a:t>, יש לנו וקטור פיצ'רים אחד גדול. הבעיה היא שלא כל הפיצ'רים חשובים באותה מידה. חלקם רועשים, חלקם פחות רלוונטיים לזיהוי של זרמי קריעה.</a:t>
            </a:r>
            <a:br>
              <a:rPr lang="he-IL" dirty="0"/>
            </a:br>
            <a:r>
              <a:rPr lang="he-IL" dirty="0"/>
              <a:t>לכן אנחנו מוסיפים מודול </a:t>
            </a:r>
            <a:r>
              <a:rPr lang="en-US" dirty="0"/>
              <a:t>Attention</a:t>
            </a:r>
            <a:r>
              <a:rPr lang="he-IL" dirty="0"/>
              <a:t> קל - שהוא בעצם מנגנון שמנסה להבין אילו פיצ'רים משמעותיים יותר ואילו פחות.</a:t>
            </a:r>
          </a:p>
          <a:p>
            <a:r>
              <a:rPr lang="he-IL" dirty="0"/>
              <a:t>(</a:t>
            </a:r>
            <a:r>
              <a:rPr lang="he-IL" dirty="0" err="1"/>
              <a:t>האטנשן</a:t>
            </a:r>
            <a:r>
              <a:rPr lang="he-IL" dirty="0"/>
              <a:t> נותן לנו למודל להבין אילו פיצ'רים יותר חשובים ואילו פחות).</a:t>
            </a:r>
            <a:br>
              <a:rPr lang="he-IL" dirty="0"/>
            </a:br>
            <a:r>
              <a:rPr lang="he-IL" dirty="0"/>
              <a:t>ה-</a:t>
            </a:r>
            <a:r>
              <a:rPr lang="en-US" dirty="0"/>
              <a:t>Attention </a:t>
            </a:r>
            <a:r>
              <a:rPr lang="he-IL" dirty="0"/>
              <a:t> נותן משקלים שונים לכל פיצ'ר ומבליט את החשובים, תוך כדי שהוא מחליש את אלו שלא תורמים.</a:t>
            </a:r>
            <a:br>
              <a:rPr lang="he-IL" dirty="0"/>
            </a:br>
            <a:r>
              <a:rPr lang="he-IL" dirty="0"/>
              <a:t>בסוף, אנחנו מעבירים את הווקטור המעודכן למנגנון הסיווג.</a:t>
            </a:r>
            <a:br>
              <a:rPr lang="he-IL" dirty="0"/>
            </a:br>
            <a:r>
              <a:rPr lang="he-IL" dirty="0"/>
              <a:t>זה עוזר למודל להתמקד בתבניות שבאמת קשורות לזרמי קריעה, ומשפר את הביצועים בלי להוסיף הרבה עומס חישובי.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3DDBD-F47C-4CFB-A023-EB851BC93FAD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46607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מדדי ביצועים, מול איזה מודל נשווה, 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3DDBD-F47C-4CFB-A023-EB851BC93FAD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52821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8E5DFD-2B9F-9BF9-49BE-742151738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8E974B7-8FF1-01FF-D8C9-E84434D1A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989C3A2-41ED-D4A0-D292-51EE503E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62E3-2FAA-4164-8308-5A0D03F1F437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F6C6363-D503-60A3-32F5-5854DB064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7F066F3-FC6A-903D-EBB7-E3493A846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14537-0DE3-42DD-B1FD-BADC04A229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21288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ABED950-6201-9E2B-B37B-832FCFCF2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169BCBE-A7A3-A4BE-92EC-D62657E37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7DC8E25-50B8-5DF8-7205-E736E238A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62E3-2FAA-4164-8308-5A0D03F1F437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F7A97AC-FA3C-29B2-582E-2BD330CF0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3EAC39A-F37D-3474-DBA7-FDC273832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14537-0DE3-42DD-B1FD-BADC04A229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22600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703F537-07B1-6992-DD75-5FAC67EC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6F8D91E-8000-6FAA-25B1-BEE6C0FA0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03FBFE4-3A55-A916-B718-5FBEE5A8A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62E3-2FAA-4164-8308-5A0D03F1F437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279523D-EDEA-45D9-CFF2-3E252C175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1D6478C-5CD6-0F74-9F4F-7B827C580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14537-0DE3-42DD-B1FD-BADC04A229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507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71211B-024D-71F4-E09C-9B761CF2E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C5E7E98-7767-F0F6-8B0F-71AE5DD5F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9E0D048-8872-8808-04F4-02367C0BD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6D17CCF-C552-37DF-8620-DF770E51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62E3-2FAA-4164-8308-5A0D03F1F437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E8E7195-E542-FF2E-C6B0-FDCF1B778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10735E3-DA28-63A1-F296-EC1FD9BDD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14537-0DE3-42DD-B1FD-BADC04A229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5736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F55F4F7-AB0D-B811-8299-A5DA63551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57F7167-C243-D968-9118-A87224FAA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450C68E-14E9-6BBC-A2ED-E5C95DBC6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A80D62C-9619-39EA-15AD-0ABE945B09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4D689E62-FA72-F825-E03B-761318F67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90EDC003-4752-6816-F0CF-6840EF1E5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62E3-2FAA-4164-8308-5A0D03F1F437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E0EA20DE-4199-0620-F389-C4066BD8A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AB567E4A-3AC2-489E-0F43-E2C98F8F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14537-0DE3-42DD-B1FD-BADC04A229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2105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CF13C6-411F-32A3-470C-9DA2C3883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1266B6DE-649A-9D92-DC8F-2750A8427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62E3-2FAA-4164-8308-5A0D03F1F437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AAD4C41-14A2-93AD-2C87-F9B3E5D64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975153F-D30B-7FE2-7644-3F4D79E87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14537-0DE3-42DD-B1FD-BADC04A229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42341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221A11BD-EF0B-2D62-DF19-3E8AC9FA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62E3-2FAA-4164-8308-5A0D03F1F437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218DDA1D-FF75-11D3-7B00-C6A87785C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4DBE0D1-996E-C716-9D78-C84F968EF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14537-0DE3-42DD-B1FD-BADC04A229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93704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16C95C3-80DF-16CA-C1C0-C5873D53F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D2BCAEA-0ED6-C0C8-1557-48747EBE7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3D5865E-7790-82E3-ACDB-8BC01CC59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698D1F7-9584-7960-58FD-9448152AF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62E3-2FAA-4164-8308-5A0D03F1F437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D47DB9E-9686-9BAA-9021-13E6A7703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0399C57-DBEE-965F-EBAA-5E1C11D2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14537-0DE3-42DD-B1FD-BADC04A229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28884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1231864-7CC3-C099-8E23-03FD857D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51B8AF26-DAF4-A66D-BA99-C024A0C7E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7BD0D7A-A2D0-22C4-A29A-D18F6CD2B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1E952CB-F7A3-FA6A-79DB-13A8ABF92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62E3-2FAA-4164-8308-5A0D03F1F437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F1DC680-FC90-4827-D49C-C4F7D663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53D2599-5D4C-5FB1-34EA-74A1F02A1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14537-0DE3-42DD-B1FD-BADC04A229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5907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55B690-4851-EC6B-FE36-2639AD455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240B311-2CF8-1096-7C37-C24A02A18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CE0A4ED-1FBA-DE1B-D34C-4B237BE3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62E3-2FAA-4164-8308-5A0D03F1F437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04EAB98-3CE5-3F26-D1B2-F0A7D8260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CE0C595-16E7-377F-2D9C-5F2522B6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14537-0DE3-42DD-B1FD-BADC04A229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07684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D54DF6D-5621-8718-A233-FB02A5F5E6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72E9A7F-9433-C296-56C2-71AE01672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C3DC7A3-72FF-3A7E-713E-1D21A212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62E3-2FAA-4164-8308-5A0D03F1F437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BAEBFC8-45E8-762E-0B9D-6D5819208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FE73A62-C0A6-1E84-DFF0-44824B87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14537-0DE3-42DD-B1FD-BADC04A229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0007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A565D5B4-1648-464C-AAE3-B1636806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C34AA2A-31C5-8C2A-101D-6B936ABE5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58432CA-8982-581F-50E8-0C830A8AC2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2062E3-2FAA-4164-8308-5A0D03F1F437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3A2F9D7-E99D-F293-C62D-A5EBD2A8E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3DEB8E8-F823-A166-E9BF-96AB223B4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614537-0DE3-42DD-B1FD-BADC04A2299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830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82B711F-2C5F-9998-6419-A266DAA45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Rip Currents Detection	</a:t>
            </a:r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0791386-A23E-720B-16D1-D00CF5A07D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Methodology</a:t>
            </a:r>
            <a:endParaRPr lang="he-IL" sz="3200" dirty="0"/>
          </a:p>
        </p:txBody>
      </p:sp>
    </p:spTree>
    <p:extLst>
      <p:ext uri="{BB962C8B-B14F-4D97-AF65-F5344CB8AC3E}">
        <p14:creationId xmlns:p14="http://schemas.microsoft.com/office/powerpoint/2010/main" val="2010013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99EEAB-8D18-F115-035C-F2580345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Dataset</a:t>
            </a:r>
            <a:endParaRPr lang="he-I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F6D07F-0C19-73FF-DE84-00F2899A92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1720" y="1522602"/>
            <a:ext cx="1029208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Rip</a:t>
            </a:r>
            <a:r>
              <a:rPr kumimoji="0" lang="he-IL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e-IL" altLang="he-IL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Current</a:t>
            </a:r>
            <a:r>
              <a:rPr kumimoji="0" lang="he-IL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e-IL" altLang="he-IL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Monitoring</a:t>
            </a:r>
            <a:r>
              <a:rPr kumimoji="0" lang="he-IL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e-IL" altLang="he-IL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lang="he-IL" altLang="he-IL" sz="2400" dirty="0"/>
              <a:t> </a:t>
            </a:r>
            <a:r>
              <a:rPr lang="en-US" altLang="he-IL" sz="2400" dirty="0"/>
              <a:t>(v4)</a:t>
            </a:r>
            <a:r>
              <a:rPr kumimoji="0" lang="he-IL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e-IL" altLang="he-IL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he-IL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e-IL" altLang="he-IL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Roboflow</a:t>
            </a: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e-IL" altLang="he-IL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2,246 </a:t>
            </a: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e-IL" altLang="he-IL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coastal</a:t>
            </a:r>
            <a:r>
              <a:rPr kumimoji="0" lang="he-IL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e-IL" altLang="he-IL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images</a:t>
            </a:r>
            <a:r>
              <a:rPr kumimoji="0" lang="he-IL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e-IL" altLang="he-IL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labeled</a:t>
            </a:r>
            <a:r>
              <a:rPr kumimoji="0" lang="he-IL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e-IL" altLang="he-IL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he-IL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e-IL" altLang="he-IL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rip-current</a:t>
            </a:r>
            <a:r>
              <a:rPr kumimoji="0" lang="he-IL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e-IL" altLang="he-IL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presence</a:t>
            </a: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e-IL" altLang="he-IL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e-IL" altLang="he-IL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Official</a:t>
            </a:r>
            <a:r>
              <a:rPr kumimoji="0" lang="he-IL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split:1,566 </a:t>
            </a: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e-IL" altLang="he-IL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train</a:t>
            </a: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he-IL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453 </a:t>
            </a:r>
            <a:r>
              <a:rPr kumimoji="0" lang="he-IL" altLang="he-IL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validation</a:t>
            </a: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he-IL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227test</a:t>
            </a: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e-IL" altLang="he-IL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he-I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Images are 640 x 640, preprocessed uniformly.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46F105B5-FEBC-4ABD-99D3-3586FFAAC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310" y="4340074"/>
            <a:ext cx="2600893" cy="2406166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BC42A537-95AA-E8F4-4E99-876AB3A3C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485" y="4340074"/>
            <a:ext cx="2527115" cy="2406166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357C8AF6-DD55-1C5A-D7A3-44DD7E963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719" y="4340074"/>
            <a:ext cx="2608012" cy="240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81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724218-C60F-4219-5497-83B6AF32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Preprocessing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4FD80E2-F9C2-9080-0F0A-CCF9475FC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rtl="0">
              <a:buFont typeface="+mj-lt"/>
              <a:buAutoNum type="arabicPeriod"/>
            </a:pPr>
            <a:r>
              <a:rPr lang="en-US" b="1" dirty="0"/>
              <a:t>Label conversion </a:t>
            </a:r>
            <a:r>
              <a:rPr lang="en-US" dirty="0"/>
              <a:t>- YOLO annotations are converted into a binary label.</a:t>
            </a:r>
          </a:p>
          <a:p>
            <a:pPr marL="514350" indent="-514350" algn="l" rtl="0">
              <a:buFont typeface="+mj-lt"/>
              <a:buAutoNum type="arabicPeriod"/>
            </a:pPr>
            <a:r>
              <a:rPr lang="en-US" b="1" dirty="0"/>
              <a:t>Normalization</a:t>
            </a:r>
            <a:r>
              <a:rPr lang="en-US" dirty="0"/>
              <a:t> - Images are normalized to the range [0, 1]. </a:t>
            </a:r>
          </a:p>
          <a:p>
            <a:pPr marL="514350" indent="-514350" algn="l" rtl="0">
              <a:buFont typeface="+mj-lt"/>
              <a:buAutoNum type="arabicPeriod"/>
            </a:pPr>
            <a:r>
              <a:rPr lang="en-US" b="1" dirty="0"/>
              <a:t>Channel Preparation </a:t>
            </a:r>
            <a:r>
              <a:rPr lang="en-US" dirty="0"/>
              <a:t>- two forms: the original RGB (3-channel) image, a grayscale (1-channel) version used for wavelet computation.</a:t>
            </a:r>
          </a:p>
          <a:p>
            <a:pPr marL="514350" indent="-514350" algn="l" rtl="0">
              <a:buFont typeface="+mj-lt"/>
              <a:buAutoNum type="arabicPeriod"/>
            </a:pPr>
            <a:r>
              <a:rPr lang="en-US" b="1" dirty="0"/>
              <a:t>Data augmentation </a:t>
            </a:r>
            <a:r>
              <a:rPr lang="en-US" dirty="0"/>
              <a:t>- horizontal flips, small rotations, random brightness and contrast jitter, light random cropping or zoom (to introduce spatial variability while preserving the surf zone). </a:t>
            </a:r>
          </a:p>
        </p:txBody>
      </p:sp>
    </p:spTree>
    <p:extLst>
      <p:ext uri="{BB962C8B-B14F-4D97-AF65-F5344CB8AC3E}">
        <p14:creationId xmlns:p14="http://schemas.microsoft.com/office/powerpoint/2010/main" val="289446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B5F02FA0-E705-75A7-41DD-B3FCD605B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pPr algn="ctr"/>
            <a:r>
              <a:rPr lang="en-US" sz="5400" dirty="0"/>
              <a:t>Wavelet Based Feature-Extraction</a:t>
            </a:r>
            <a:endParaRPr lang="he-IL" sz="5400" dirty="0"/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E0D9E0-B830-916E-3649-96ED6E4FEB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2493" y="2071316"/>
            <a:ext cx="10972800" cy="43932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We apply a </a:t>
            </a:r>
            <a:r>
              <a:rPr kumimoji="0" lang="he-IL" altLang="he-IL" sz="2400" b="1" i="0" u="none" strike="noStrike" cap="none" normalizeH="0" baseline="0" dirty="0">
                <a:ln>
                  <a:noFill/>
                </a:ln>
                <a:effectLst/>
              </a:rPr>
              <a:t>2-</a:t>
            </a:r>
            <a:r>
              <a:rPr kumimoji="0" lang="en-US" altLang="he-IL" sz="24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lang="en-US" altLang="he-IL" sz="2400" b="1" dirty="0"/>
              <a:t>l</a:t>
            </a:r>
            <a:r>
              <a:rPr kumimoji="0" lang="he-IL" altLang="he-IL" sz="2400" b="1" i="0" u="none" strike="noStrike" cap="none" normalizeH="0" baseline="0" dirty="0" err="1">
                <a:ln>
                  <a:noFill/>
                </a:ln>
                <a:effectLst/>
              </a:rPr>
              <a:t>evel</a:t>
            </a:r>
            <a:r>
              <a:rPr kumimoji="0" lang="he-IL" altLang="he-IL" sz="2400" b="1" i="0" u="none" strike="noStrike" cap="none" normalizeH="0" baseline="0" dirty="0">
                <a:ln>
                  <a:noFill/>
                </a:ln>
                <a:effectLst/>
              </a:rPr>
              <a:t> 2D </a:t>
            </a:r>
            <a:r>
              <a:rPr kumimoji="0" lang="he-IL" altLang="he-IL" sz="2400" b="1" i="0" u="none" strike="noStrike" cap="none" normalizeH="0" baseline="0" dirty="0" err="1">
                <a:ln>
                  <a:noFill/>
                </a:ln>
                <a:effectLst/>
              </a:rPr>
              <a:t>Discrete</a:t>
            </a:r>
            <a:r>
              <a:rPr kumimoji="0" lang="he-IL" altLang="he-IL" sz="2400" b="1" i="0" u="none" strike="noStrike" cap="none" normalizeH="0" baseline="0" dirty="0">
                <a:ln>
                  <a:noFill/>
                </a:ln>
                <a:effectLst/>
              </a:rPr>
              <a:t> Wavelet </a:t>
            </a:r>
            <a:r>
              <a:rPr kumimoji="0" lang="he-IL" altLang="he-IL" sz="2400" b="1" i="0" u="none" strike="noStrike" cap="none" normalizeH="0" baseline="0" dirty="0" err="1">
                <a:ln>
                  <a:noFill/>
                </a:ln>
                <a:effectLst/>
              </a:rPr>
              <a:t>Transform</a:t>
            </a:r>
            <a:r>
              <a:rPr kumimoji="0" lang="he-IL" altLang="he-IL" sz="2400" b="1" i="0" u="none" strike="noStrike" cap="none" normalizeH="0" baseline="0" dirty="0">
                <a:ln>
                  <a:noFill/>
                </a:ln>
                <a:effectLst/>
              </a:rPr>
              <a:t> (DWT)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to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the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grayscale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image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Using </a:t>
            </a:r>
            <a:r>
              <a:rPr kumimoji="0" lang="he-IL" altLang="he-IL" sz="2400" b="1" i="0" u="none" strike="noStrike" cap="none" normalizeH="0" baseline="0" dirty="0" err="1">
                <a:ln>
                  <a:noFill/>
                </a:ln>
                <a:effectLst/>
              </a:rPr>
              <a:t>Daubechies</a:t>
            </a:r>
            <a:r>
              <a:rPr kumimoji="0" lang="he-IL" altLang="he-IL" sz="24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e-IL" sz="2400" b="1" i="0" u="none" strike="noStrike" cap="none" normalizeH="0" baseline="0" dirty="0">
                <a:ln>
                  <a:noFill/>
                </a:ln>
                <a:effectLst/>
              </a:rPr>
              <a:t>(db4</a:t>
            </a:r>
            <a:r>
              <a:rPr kumimoji="0" lang="he-IL" altLang="he-IL" sz="2400" b="1" i="0" u="none" strike="noStrike" cap="none" normalizeH="0" baseline="0" dirty="0">
                <a:ln>
                  <a:noFill/>
                </a:ln>
                <a:effectLst/>
              </a:rPr>
              <a:t>(</a:t>
            </a:r>
            <a:r>
              <a:rPr kumimoji="0" lang="en-US" altLang="he-IL" sz="24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e-IL" sz="2400" i="0" u="none" strike="noStrike" cap="none" normalizeH="0" baseline="0" dirty="0">
                <a:ln>
                  <a:noFill/>
                </a:ln>
                <a:effectLst/>
              </a:rPr>
              <a:t>w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avelet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known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for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strong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performance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in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coastal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texture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analysis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lvl="0" indent="0" algn="l" rtl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From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Level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e-IL" sz="2400" b="0" i="0" u="none" strike="noStrike" cap="none" normalizeH="0" baseline="0" dirty="0">
                <a:ln>
                  <a:noFill/>
                </a:ln>
                <a:effectLst/>
              </a:rPr>
              <a:t>2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decomposition</a:t>
            </a:r>
            <a:r>
              <a:rPr kumimoji="0" lang="en-US" altLang="he-IL" sz="2400" b="0" i="0" u="none" strike="noStrike" cap="none" normalizeH="0" baseline="0" dirty="0">
                <a:ln>
                  <a:noFill/>
                </a:ln>
                <a:effectLst/>
              </a:rPr>
              <a:t>, we extract 4 coefficient maps:</a:t>
            </a:r>
            <a:endParaRPr kumimoji="0" lang="he-IL" altLang="he-IL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indent="0" algn="l" rtl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he-IL" sz="2400" b="1" i="0" u="none" strike="noStrike" cap="none" normalizeH="0" baseline="0" dirty="0">
                <a:ln>
                  <a:noFill/>
                </a:ln>
                <a:effectLst/>
              </a:rPr>
              <a:t>	- </a:t>
            </a:r>
            <a:r>
              <a:rPr kumimoji="0" lang="he-IL" altLang="he-IL" sz="2400" b="1" i="0" u="none" strike="noStrike" cap="none" normalizeH="0" baseline="0" dirty="0">
                <a:ln>
                  <a:noFill/>
                </a:ln>
                <a:effectLst/>
              </a:rPr>
              <a:t>LL₂</a:t>
            </a:r>
            <a:r>
              <a:rPr kumimoji="0" lang="en-US" altLang="he-IL" sz="2400" b="0" i="0" u="none" strike="noStrike" cap="none" normalizeH="0" baseline="0" dirty="0">
                <a:ln>
                  <a:noFill/>
                </a:ln>
                <a:effectLst/>
              </a:rPr>
              <a:t> low frequency approximation</a:t>
            </a:r>
          </a:p>
          <a:p>
            <a:pPr marL="0" lvl="0" indent="0" algn="l" rtl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he-IL" sz="2400" b="1" i="0" u="none" strike="noStrike" cap="none" normalizeH="0" baseline="0" dirty="0">
                <a:ln>
                  <a:noFill/>
                </a:ln>
                <a:effectLst/>
              </a:rPr>
              <a:t>               -</a:t>
            </a:r>
            <a:r>
              <a:rPr kumimoji="0" lang="he-IL" altLang="he-IL" sz="2400" b="1" i="0" u="none" strike="noStrike" cap="none" normalizeH="0" baseline="0" dirty="0">
                <a:ln>
                  <a:noFill/>
                </a:ln>
                <a:effectLst/>
              </a:rPr>
              <a:t> LH₂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horizontal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details</a:t>
            </a:r>
            <a:endParaRPr kumimoji="0" lang="he-IL" altLang="he-IL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lvl="0" indent="0" algn="l" rtl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he-IL" altLang="he-IL" sz="24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e-IL" sz="2400" b="1" i="0" u="none" strike="noStrike" cap="none" normalizeH="0" baseline="0" dirty="0">
                <a:ln>
                  <a:noFill/>
                </a:ln>
                <a:effectLst/>
              </a:rPr>
              <a:t>	-</a:t>
            </a:r>
            <a:r>
              <a:rPr kumimoji="0" lang="he-IL" altLang="he-IL" sz="2400" b="1" i="0" u="none" strike="noStrike" cap="none" normalizeH="0" baseline="0" dirty="0">
                <a:ln>
                  <a:noFill/>
                </a:ln>
                <a:effectLst/>
              </a:rPr>
              <a:t> HL₂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vertical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details</a:t>
            </a:r>
            <a:endParaRPr kumimoji="0" lang="he-IL" altLang="he-IL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lvl="0" indent="0" algn="l" rtl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he-IL" altLang="he-IL" sz="24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e-IL" sz="2400" b="1" i="0" u="none" strike="noStrike" cap="none" normalizeH="0" baseline="0" dirty="0">
                <a:ln>
                  <a:noFill/>
                </a:ln>
                <a:effectLst/>
              </a:rPr>
              <a:t>	-</a:t>
            </a:r>
            <a:r>
              <a:rPr kumimoji="0" lang="he-IL" altLang="he-IL" sz="2400" b="1" i="0" u="none" strike="noStrike" cap="none" normalizeH="0" baseline="0" dirty="0">
                <a:ln>
                  <a:noFill/>
                </a:ln>
                <a:effectLst/>
              </a:rPr>
              <a:t> HH₂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diagonal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details</a:t>
            </a:r>
            <a:endParaRPr kumimoji="0" lang="he-IL" altLang="he-IL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indent="0" algn="l" rtl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Coefficients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are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1" i="0" u="none" strike="noStrike" cap="none" normalizeH="0" baseline="0" dirty="0" err="1">
                <a:ln>
                  <a:noFill/>
                </a:ln>
                <a:effectLst/>
              </a:rPr>
              <a:t>resized</a:t>
            </a:r>
            <a:r>
              <a:rPr kumimoji="0" lang="he-IL" altLang="he-IL" sz="2400" b="1" i="0" u="none" strike="noStrike" cap="none" normalizeH="0" baseline="0" dirty="0">
                <a:ln>
                  <a:noFill/>
                </a:ln>
                <a:effectLst/>
              </a:rPr>
              <a:t> to640×640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and stacked into</a:t>
            </a:r>
            <a:r>
              <a:rPr kumimoji="0" lang="en-US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lang="en-US" altLang="he-IL" sz="2400" dirty="0"/>
              <a:t>a 4 </a:t>
            </a:r>
            <a:r>
              <a:rPr kumimoji="0" lang="he-IL" altLang="he-IL" sz="2400" i="0" u="none" strike="noStrike" cap="none" normalizeH="0" baseline="0" dirty="0">
                <a:ln>
                  <a:noFill/>
                </a:ln>
                <a:effectLst/>
              </a:rPr>
              <a:t>channel Wavelet Map.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This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Wavelet Map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is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used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as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effectLst/>
              </a:rPr>
              <a:t>the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1" i="0" u="none" strike="noStrike" cap="none" normalizeH="0" baseline="0" dirty="0" err="1">
                <a:ln>
                  <a:noFill/>
                </a:ln>
                <a:effectLst/>
              </a:rPr>
              <a:t>input</a:t>
            </a:r>
            <a:r>
              <a:rPr kumimoji="0" lang="he-IL" altLang="he-IL" sz="24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1" i="0" u="none" strike="noStrike" cap="none" normalizeH="0" baseline="0" dirty="0" err="1">
                <a:ln>
                  <a:noFill/>
                </a:ln>
                <a:effectLst/>
              </a:rPr>
              <a:t>to</a:t>
            </a:r>
            <a:r>
              <a:rPr kumimoji="0" lang="he-IL" altLang="he-IL" sz="24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1" i="0" u="none" strike="noStrike" cap="none" normalizeH="0" baseline="0" dirty="0" err="1">
                <a:ln>
                  <a:noFill/>
                </a:ln>
                <a:effectLst/>
              </a:rPr>
              <a:t>the</a:t>
            </a:r>
            <a:r>
              <a:rPr kumimoji="0" lang="he-IL" altLang="he-IL" sz="24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he-IL" altLang="he-IL" sz="2400" b="1" i="0" u="none" strike="noStrike" cap="none" normalizeH="0" baseline="0" dirty="0" err="1">
                <a:ln>
                  <a:noFill/>
                </a:ln>
                <a:effectLst/>
              </a:rPr>
              <a:t>secondary</a:t>
            </a:r>
            <a:r>
              <a:rPr kumimoji="0" lang="he-IL" altLang="he-IL" sz="2400" b="1" i="0" u="none" strike="noStrike" cap="none" normalizeH="0" baseline="0" dirty="0">
                <a:ln>
                  <a:noFill/>
                </a:ln>
                <a:effectLst/>
              </a:rPr>
              <a:t> CNN </a:t>
            </a:r>
            <a:r>
              <a:rPr kumimoji="0" lang="he-IL" altLang="he-IL" sz="2400" b="1" i="0" u="none" strike="noStrike" cap="none" normalizeH="0" baseline="0" dirty="0" err="1">
                <a:ln>
                  <a:noFill/>
                </a:ln>
                <a:effectLst/>
              </a:rPr>
              <a:t>branch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0886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תמונה 6">
            <a:extLst>
              <a:ext uri="{FF2B5EF4-FFF2-40B4-BE49-F238E27FC236}">
                <a16:creationId xmlns:a16="http://schemas.microsoft.com/office/drawing/2014/main" id="{7837DD80-E33F-1B00-90B7-C8F53D1A0F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880" b="4"/>
          <a:stretch>
            <a:fillRect/>
          </a:stretch>
        </p:blipFill>
        <p:spPr>
          <a:xfrm>
            <a:off x="1570892" y="361520"/>
            <a:ext cx="4607170" cy="6218679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84C2B967-D487-90BE-345F-197B45F40704}"/>
              </a:ext>
            </a:extLst>
          </p:cNvPr>
          <p:cNvSpPr/>
          <p:nvPr/>
        </p:nvSpPr>
        <p:spPr>
          <a:xfrm>
            <a:off x="6916613" y="841713"/>
            <a:ext cx="2766647" cy="222420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Original Image</a:t>
            </a:r>
            <a:endParaRPr lang="he-IL" sz="2800" b="1" dirty="0">
              <a:solidFill>
                <a:schemeClr val="tx1"/>
              </a:solidFill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2FF54027-A830-41A3-72B5-3F74132F0B67}"/>
              </a:ext>
            </a:extLst>
          </p:cNvPr>
          <p:cNvSpPr/>
          <p:nvPr/>
        </p:nvSpPr>
        <p:spPr>
          <a:xfrm>
            <a:off x="6916617" y="4290644"/>
            <a:ext cx="1359877" cy="86282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LL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F148E5EE-6731-10B9-1635-30768C19FA09}"/>
              </a:ext>
            </a:extLst>
          </p:cNvPr>
          <p:cNvSpPr/>
          <p:nvPr/>
        </p:nvSpPr>
        <p:spPr>
          <a:xfrm>
            <a:off x="8288217" y="4290643"/>
            <a:ext cx="1359877" cy="86282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HL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1D0D4D43-A855-F2B3-8E53-F849B2693D38}"/>
              </a:ext>
            </a:extLst>
          </p:cNvPr>
          <p:cNvSpPr/>
          <p:nvPr/>
        </p:nvSpPr>
        <p:spPr>
          <a:xfrm>
            <a:off x="6916614" y="5153466"/>
            <a:ext cx="1359877" cy="86282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LH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0D5DA7BD-E38A-5F84-48B3-912E88143C27}"/>
              </a:ext>
            </a:extLst>
          </p:cNvPr>
          <p:cNvSpPr/>
          <p:nvPr/>
        </p:nvSpPr>
        <p:spPr>
          <a:xfrm>
            <a:off x="8288217" y="5153465"/>
            <a:ext cx="1359877" cy="86282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HH</a:t>
            </a:r>
            <a:endParaRPr lang="he-IL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258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7812ADB-22E6-3AF3-2BA6-AD161817B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11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Model Architecture</a:t>
            </a:r>
            <a:endParaRPr lang="he-IL" dirty="0"/>
          </a:p>
        </p:txBody>
      </p:sp>
      <p:pic>
        <p:nvPicPr>
          <p:cNvPr id="14" name="מציין מיקום תוכן 13">
            <a:extLst>
              <a:ext uri="{FF2B5EF4-FFF2-40B4-BE49-F238E27FC236}">
                <a16:creationId xmlns:a16="http://schemas.microsoft.com/office/drawing/2014/main" id="{7F90A385-3378-B680-2437-23F370F05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91" t="13477" r="3112" b="12386"/>
          <a:stretch>
            <a:fillRect/>
          </a:stretch>
        </p:blipFill>
        <p:spPr>
          <a:xfrm>
            <a:off x="169984" y="1242647"/>
            <a:ext cx="11852032" cy="3423138"/>
          </a:xfrm>
          <a:prstGeom prst="rect">
            <a:avLst/>
          </a:prstGeom>
        </p:spPr>
      </p:pic>
      <p:sp>
        <p:nvSpPr>
          <p:cNvPr id="15" name="מציין מיקום תוכן 2">
            <a:extLst>
              <a:ext uri="{FF2B5EF4-FFF2-40B4-BE49-F238E27FC236}">
                <a16:creationId xmlns:a16="http://schemas.microsoft.com/office/drawing/2014/main" id="{717DD3C1-F942-AFEA-A8F0-613CAA4ED8DD}"/>
              </a:ext>
            </a:extLst>
          </p:cNvPr>
          <p:cNvSpPr txBox="1">
            <a:spLocks/>
          </p:cNvSpPr>
          <p:nvPr/>
        </p:nvSpPr>
        <p:spPr>
          <a:xfrm>
            <a:off x="955431" y="4735269"/>
            <a:ext cx="10515600" cy="203810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b="1" dirty="0"/>
              <a:t>Stream A</a:t>
            </a:r>
            <a:r>
              <a:rPr lang="en-US" sz="2400" dirty="0"/>
              <a:t>: RGB Branch The RGB image (640×640×3) is processed through a sequence of convolutional layers with </a:t>
            </a:r>
            <a:r>
              <a:rPr lang="en-US" sz="2400" dirty="0" err="1"/>
              <a:t>ReLU</a:t>
            </a:r>
            <a:r>
              <a:rPr lang="en-US" sz="2400" dirty="0"/>
              <a:t> activation and Max Pooling. </a:t>
            </a:r>
          </a:p>
          <a:p>
            <a:pPr algn="l" rtl="0"/>
            <a:r>
              <a:rPr lang="en-US" sz="2400" b="1" dirty="0"/>
              <a:t>Stream B:</a:t>
            </a:r>
            <a:r>
              <a:rPr lang="en-US" sz="2400" dirty="0"/>
              <a:t> Wavelet Branch The Wavelet Map (640×640×4) is processed by a parallel convolutional stream.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2030526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E9AA5F4-FA7C-FE2E-C534-4A49020B5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55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Optional: Attention Layer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E50877F-6C66-1B71-BBE2-FBEF6FDEB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347116"/>
            <a:ext cx="10515600" cy="5112300"/>
          </a:xfrm>
        </p:spPr>
        <p:txBody>
          <a:bodyPr>
            <a:normAutofit fontScale="92500" lnSpcReduction="10000"/>
          </a:bodyPr>
          <a:lstStyle/>
          <a:p>
            <a:pPr marL="0" indent="0" algn="l" rtl="0">
              <a:buNone/>
            </a:pPr>
            <a:r>
              <a:rPr lang="en-US" sz="2400" dirty="0"/>
              <a:t>Purpose: Improving the fused feature representation by highlighting the most informative components before classification.</a:t>
            </a:r>
          </a:p>
          <a:p>
            <a:pPr marL="0" indent="0" algn="l" rtl="0">
              <a:buNone/>
            </a:pPr>
            <a:r>
              <a:rPr lang="en-US" sz="2400" dirty="0"/>
              <a:t>How it works:</a:t>
            </a:r>
          </a:p>
          <a:p>
            <a:pPr algn="l" rtl="0"/>
            <a:r>
              <a:rPr lang="en-US" sz="2400" dirty="0"/>
              <a:t>After merging the </a:t>
            </a:r>
            <a:r>
              <a:rPr lang="en-US" sz="2400" b="1" dirty="0"/>
              <a:t>RGB stream</a:t>
            </a:r>
            <a:r>
              <a:rPr lang="en-US" sz="2400" dirty="0"/>
              <a:t> and </a:t>
            </a:r>
            <a:r>
              <a:rPr lang="en-US" sz="2400" b="1" dirty="0"/>
              <a:t>Wavelet stream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/>
              <a:t>the </a:t>
            </a:r>
            <a:r>
              <a:rPr lang="en-US" sz="2400" b="1" dirty="0"/>
              <a:t>concatenated feature vector</a:t>
            </a:r>
            <a:r>
              <a:rPr lang="en-US" sz="2400" dirty="0"/>
              <a:t> is passed through an attention block.</a:t>
            </a:r>
          </a:p>
          <a:p>
            <a:pPr algn="l" rtl="0"/>
            <a:r>
              <a:rPr lang="en-US" sz="2400" dirty="0"/>
              <a:t>The attention module </a:t>
            </a:r>
            <a:r>
              <a:rPr lang="en-US" sz="2400" b="1" dirty="0"/>
              <a:t>reweights feature channels</a:t>
            </a:r>
            <a:r>
              <a:rPr lang="en-US" sz="2400" dirty="0"/>
              <a:t> based on importance.</a:t>
            </a:r>
          </a:p>
          <a:p>
            <a:pPr algn="l" rtl="0"/>
            <a:r>
              <a:rPr lang="en-US" sz="2400" dirty="0"/>
              <a:t>This produces an </a:t>
            </a:r>
            <a:r>
              <a:rPr lang="en-US" sz="2400" b="1" dirty="0"/>
              <a:t>attention-refined feature vector</a:t>
            </a:r>
            <a:r>
              <a:rPr lang="en-US" sz="2400" dirty="0"/>
              <a:t>, which is then sent to the final classifier.</a:t>
            </a:r>
          </a:p>
          <a:p>
            <a:pPr marL="0" indent="0" algn="l" rtl="0">
              <a:buNone/>
            </a:pPr>
            <a:endParaRPr lang="en-US" sz="2400" dirty="0"/>
          </a:p>
          <a:p>
            <a:pPr marL="0" indent="0" algn="l" rtl="0">
              <a:buNone/>
            </a:pPr>
            <a:r>
              <a:rPr lang="en-US" sz="2400" dirty="0"/>
              <a:t>Why?</a:t>
            </a:r>
          </a:p>
          <a:p>
            <a:pPr algn="l" rtl="0"/>
            <a:r>
              <a:rPr lang="en-US" sz="2400" dirty="0"/>
              <a:t>Helps the model focus on </a:t>
            </a:r>
            <a:r>
              <a:rPr lang="en-US" sz="2400" b="1" dirty="0"/>
              <a:t>rip-related patterns.</a:t>
            </a:r>
            <a:endParaRPr lang="en-US" sz="2400" dirty="0"/>
          </a:p>
          <a:p>
            <a:pPr algn="l" rtl="0"/>
            <a:r>
              <a:rPr lang="en-US" sz="2400" dirty="0"/>
              <a:t>Improves </a:t>
            </a:r>
            <a:r>
              <a:rPr lang="en-US" sz="2400" b="1" dirty="0"/>
              <a:t>generalization.</a:t>
            </a:r>
            <a:endParaRPr lang="en-US" sz="2400" dirty="0"/>
          </a:p>
          <a:p>
            <a:pPr algn="l" rtl="0"/>
            <a:r>
              <a:rPr lang="en-US" sz="2400" dirty="0"/>
              <a:t>Reduces influence of irrelevant textures (foam noise, lighting artifacts).</a:t>
            </a:r>
          </a:p>
          <a:p>
            <a:pPr algn="l" rtl="0"/>
            <a:endParaRPr lang="en-US" sz="2400" dirty="0"/>
          </a:p>
          <a:p>
            <a:pPr marL="0" indent="0" algn="l" rtl="0">
              <a:buNone/>
            </a:pPr>
            <a:endParaRPr lang="en-US" sz="2400" dirty="0"/>
          </a:p>
          <a:p>
            <a:pPr algn="l" rtl="0"/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1398806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437AF99-97EA-7E5E-3A5D-552A7EB4A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 Configuration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8338988-9635-1824-F304-BBBF5B40A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1471"/>
            <a:ext cx="10515600" cy="3297360"/>
          </a:xfrm>
        </p:spPr>
        <p:txBody>
          <a:bodyPr/>
          <a:lstStyle/>
          <a:p>
            <a:pPr algn="l" rtl="0"/>
            <a:r>
              <a:rPr lang="en-US" b="1" dirty="0"/>
              <a:t>Framework:</a:t>
            </a:r>
            <a:r>
              <a:rPr lang="en-US" dirty="0"/>
              <a:t> </a:t>
            </a:r>
            <a:r>
              <a:rPr lang="en-US" dirty="0" err="1"/>
              <a:t>PyTorch</a:t>
            </a:r>
            <a:r>
              <a:rPr lang="en-US" dirty="0"/>
              <a:t> with GPU acceleration.</a:t>
            </a:r>
          </a:p>
          <a:p>
            <a:pPr algn="l" rtl="0"/>
            <a:r>
              <a:rPr lang="en-US" b="1" dirty="0"/>
              <a:t>Loss Function:</a:t>
            </a:r>
            <a:r>
              <a:rPr lang="en-US" dirty="0"/>
              <a:t> Binary Cross-Entropy (BCE).</a:t>
            </a:r>
          </a:p>
          <a:p>
            <a:pPr algn="l" rtl="0"/>
            <a:r>
              <a:rPr lang="en-US" b="1" dirty="0"/>
              <a:t>Optimizer:</a:t>
            </a:r>
            <a:r>
              <a:rPr lang="en-US" dirty="0"/>
              <a:t> Adam.</a:t>
            </a:r>
          </a:p>
          <a:p>
            <a:pPr algn="l" rtl="0"/>
            <a:r>
              <a:rPr lang="en-US" b="1" dirty="0"/>
              <a:t>Batch Size:</a:t>
            </a:r>
            <a:r>
              <a:rPr lang="en-US" dirty="0"/>
              <a:t> 32.</a:t>
            </a:r>
          </a:p>
          <a:p>
            <a:pPr algn="l" rtl="0"/>
            <a:r>
              <a:rPr lang="en-US" b="1" dirty="0"/>
              <a:t>Training Duration:</a:t>
            </a:r>
            <a:r>
              <a:rPr lang="en-US" dirty="0"/>
              <a:t> Up to 50 epochs.</a:t>
            </a:r>
          </a:p>
          <a:p>
            <a:pPr algn="l" rtl="0"/>
            <a:r>
              <a:rPr lang="en-US" b="1" dirty="0"/>
              <a:t>Regularization:</a:t>
            </a:r>
            <a:r>
              <a:rPr lang="en-US" dirty="0"/>
              <a:t> Early Stopping (based on validation loss).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81657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A11A42-4D06-51B0-5A38-0B9688ECD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Evaluation Metrics	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C716628-E3CC-CCB6-7DED-A60D2539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7210"/>
            <a:ext cx="10515600" cy="4351338"/>
          </a:xfrm>
        </p:spPr>
        <p:txBody>
          <a:bodyPr/>
          <a:lstStyle/>
          <a:p>
            <a:pPr marL="0" indent="0" algn="l" rtl="0">
              <a:buNone/>
            </a:pPr>
            <a:r>
              <a:rPr lang="en-US" b="1" dirty="0"/>
              <a:t>-  Accuracy</a:t>
            </a:r>
            <a:r>
              <a:rPr lang="en-US" dirty="0"/>
              <a:t> - overall correctness</a:t>
            </a:r>
          </a:p>
          <a:p>
            <a:pPr marL="0" indent="0" algn="l" rtl="0">
              <a:buNone/>
            </a:pPr>
            <a:r>
              <a:rPr lang="en-US" b="1" dirty="0"/>
              <a:t>-  Precision</a:t>
            </a:r>
            <a:r>
              <a:rPr lang="en-US" dirty="0"/>
              <a:t> - how many predicted rips are actual rips.</a:t>
            </a:r>
          </a:p>
          <a:p>
            <a:pPr marL="0" indent="0" algn="l" rtl="0">
              <a:buNone/>
            </a:pPr>
            <a:r>
              <a:rPr lang="en-US" b="1" dirty="0"/>
              <a:t>-  Recall</a:t>
            </a:r>
            <a:r>
              <a:rPr lang="en-US" dirty="0"/>
              <a:t> - how many real rips we successfully detect (priority metric).</a:t>
            </a:r>
          </a:p>
          <a:p>
            <a:pPr marL="0" indent="0" algn="l" rtl="0">
              <a:buNone/>
            </a:pPr>
            <a:r>
              <a:rPr lang="en-US" b="1" dirty="0"/>
              <a:t>Recall is emphasized</a:t>
            </a:r>
            <a:r>
              <a:rPr lang="en-US" dirty="0"/>
              <a:t> because missing a rip current is more dangerous than a false alarm in a safety-critical scenario.</a:t>
            </a:r>
          </a:p>
          <a:p>
            <a:pPr marL="0" indent="0" algn="l" rtl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7376181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541FE52-24E4-47E9-9514-FA1DBDE73577}">
  <we:reference id="wa200005566" version="3.0.0.3" store="he-IL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2009</TotalTime>
  <Words>745</Words>
  <Application>Microsoft Office PowerPoint</Application>
  <PresentationFormat>מסך רחב</PresentationFormat>
  <Paragraphs>82</Paragraphs>
  <Slides>9</Slides>
  <Notes>6</Notes>
  <HiddenSlides>1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ערכת נושא Office</vt:lpstr>
      <vt:lpstr>Rip Currents Detection </vt:lpstr>
      <vt:lpstr>Dataset</vt:lpstr>
      <vt:lpstr>Preprocessing</vt:lpstr>
      <vt:lpstr>Wavelet Based Feature-Extraction</vt:lpstr>
      <vt:lpstr>מצגת של PowerPoint‏</vt:lpstr>
      <vt:lpstr>Model Architecture</vt:lpstr>
      <vt:lpstr>Optional: Attention Layer</vt:lpstr>
      <vt:lpstr>Training Configuration</vt:lpstr>
      <vt:lpstr>Evaluation Metrics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Yonatan Ben Avraham</dc:creator>
  <cp:lastModifiedBy>Yonatan Ben Avraham</cp:lastModifiedBy>
  <cp:revision>1</cp:revision>
  <dcterms:created xsi:type="dcterms:W3CDTF">2025-11-23T09:20:22Z</dcterms:created>
  <dcterms:modified xsi:type="dcterms:W3CDTF">2025-11-24T22:40:56Z</dcterms:modified>
</cp:coreProperties>
</file>